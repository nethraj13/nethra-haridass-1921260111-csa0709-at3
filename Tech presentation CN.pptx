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241280" cy="1092607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lang="en-US" sz="3400" b="1" dirty="0">
                <a:solidFill>
                  <a:srgbClr val="FFFFFF"/>
                </a:solidFill>
                <a:latin typeface="Aptos"/>
              </a:rPr>
              <a:t>ARTIFICIAL INTELLIGENCE </a:t>
            </a:r>
            <a:r>
              <a:rPr sz="3400" b="1" dirty="0">
                <a:solidFill>
                  <a:srgbClr val="FFFFFF"/>
                </a:solidFill>
                <a:latin typeface="Aptos"/>
              </a:rPr>
              <a:t>FOR NETWORK
TRAFFIC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875520" cy="323165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800" b="0" dirty="0">
                <a:solidFill>
                  <a:srgbClr val="DAE6EF"/>
                </a:solidFill>
                <a:latin typeface="Aptos"/>
              </a:rPr>
              <a:t>Computer Networks</a:t>
            </a:r>
            <a:r>
              <a:rPr lang="en-US" sz="1800" b="0" dirty="0">
                <a:solidFill>
                  <a:srgbClr val="DAE6EF"/>
                </a:solidFill>
                <a:latin typeface="Aptos"/>
              </a:rPr>
              <a:t> CSA0708</a:t>
            </a:r>
            <a:r>
              <a:rPr sz="1800" b="0" dirty="0">
                <a:solidFill>
                  <a:srgbClr val="DAE6EF"/>
                </a:solidFill>
                <a:latin typeface="Aptos"/>
              </a:rPr>
              <a:t> · Technical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72573"/>
            <a:ext cx="7315200" cy="1015663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endParaRPr lang="en-US" sz="21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IN" sz="2100" b="1" dirty="0">
                <a:solidFill>
                  <a:srgbClr val="FFFFFF"/>
                </a:solidFill>
                <a:latin typeface="Aptos"/>
              </a:rPr>
              <a:t>Presented by: Nethra </a:t>
            </a:r>
            <a:r>
              <a:rPr lang="en-IN" sz="2100" b="1" dirty="0" err="1">
                <a:solidFill>
                  <a:srgbClr val="FFFFFF"/>
                </a:solidFill>
                <a:latin typeface="Aptos"/>
              </a:rPr>
              <a:t>Haridass</a:t>
            </a:r>
            <a:endParaRPr lang="en-IN" sz="21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IN" sz="2100" b="1" dirty="0">
                <a:solidFill>
                  <a:srgbClr val="FFFFFF"/>
                </a:solidFill>
                <a:latin typeface="Aptos"/>
              </a:rPr>
              <a:t>Guided by: Dr R Shankar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074" y="1417320"/>
            <a:ext cx="10424160" cy="186204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2A343E"/>
                </a:solidFill>
                <a:latin typeface="Aptos"/>
              </a:defRPr>
            </a:pPr>
            <a:r>
              <a:t>Computer networks carry many types of data every day.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2A343E"/>
                </a:solidFill>
                <a:latin typeface="Aptos"/>
              </a:defRPr>
            </a:pPr>
            <a:r>
              <a:t>Traffic includes video, voice calls, websites and file transfers.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2A343E"/>
                </a:solidFill>
                <a:latin typeface="Aptos"/>
              </a:defRPr>
            </a:pPr>
            <a:r>
              <a:t>Fixed network rules may not respond quickly to changing demand.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2A343E"/>
                </a:solidFill>
                <a:latin typeface="Aptos"/>
              </a:defRPr>
            </a:pPr>
            <a:r>
              <a:t>AI can help networks understand traffic and manage it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This presentation explains how AI helps networks classify, predict and manage traffic.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Problem with Traditional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2349361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Static rules cannot easily adapt to changing traffic.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Network teams often react only after congestion or failures occur.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Cloud, IoT, video and 5G make traffic more complex.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Encryption makes it harder to inspect message contents.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These issues can cause delays, wasted capacity and slow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Traditional systems often respond after a problem has already affected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What Is AI Traffic Management?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2349361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AI studies network data to find patterns.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It can identify different types of traffic.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It can predict when a link may become busy.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It can suggest better routes and traffic priorities.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The network measures results and adjusts again.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AI makes traffic management more predictive instead of only reactive.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How the AI System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40233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1. Observe: collect traffic, queue and delay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2. Learn: find patterns and unusual activity.</a:t>
            </a:r>
          </a:p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3. Decide: choose routes, rates and priorities.</a:t>
            </a:r>
          </a:p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4. Act: send the chosen rules to network devices.</a:t>
            </a:r>
          </a:p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The system repeats this cycle using new measurements.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The main cycle is observe, learn, decide and 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Main AI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63040"/>
            <a:ext cx="49834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3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448056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3069A0"/>
                </a:solidFill>
                <a:latin typeface="Aptos"/>
              </a:rPr>
              <a:t>SUPERVISED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76272"/>
            <a:ext cx="448056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100" b="0">
                <a:solidFill>
                  <a:srgbClr val="2A343E"/>
                </a:solidFill>
                <a:latin typeface="Aptos"/>
              </a:rPr>
              <a:t>Classifies 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49834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36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48056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368E91"/>
                </a:solidFill>
                <a:latin typeface="Aptos"/>
              </a:rPr>
              <a:t>UNSUPERVISED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76272"/>
            <a:ext cx="448056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100" b="0">
                <a:solidFill>
                  <a:srgbClr val="2A343E"/>
                </a:solidFill>
                <a:latin typeface="Aptos"/>
              </a:rPr>
              <a:t>Finds unusual activity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29000"/>
            <a:ext cx="49834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19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448056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9304E"/>
                </a:solidFill>
                <a:latin typeface="Aptos"/>
              </a:rPr>
              <a:t>TIME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448056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100" b="0">
                <a:solidFill>
                  <a:srgbClr val="2A343E"/>
                </a:solidFill>
                <a:latin typeface="Aptos"/>
              </a:rPr>
              <a:t>Predicts traffic 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29000"/>
            <a:ext cx="49834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58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448056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600" b="1">
                <a:solidFill>
                  <a:srgbClr val="586E8C"/>
                </a:solidFill>
                <a:latin typeface="Aptos"/>
              </a:rPr>
              <a:t>REINFORCEMENT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42232"/>
            <a:ext cx="448056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100" b="0">
                <a:solidFill>
                  <a:srgbClr val="2A343E"/>
                </a:solidFill>
                <a:latin typeface="Aptos"/>
              </a:rPr>
              <a:t>Learns routing choices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Different AI methods are used for different network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Use Case 1: Classification and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2349361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Classification identifies traffic such as video, voice and web use.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Traffic can be </a:t>
            </a:r>
            <a:r>
              <a:rPr dirty="0" err="1"/>
              <a:t>recognised</a:t>
            </a:r>
            <a:r>
              <a:rPr dirty="0"/>
              <a:t> using flow patterns like size and timing.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Anomaly detection learns what normal traffic looks like.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It can flag unusual spikes, port scans or possible DDoS activity.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This helps the network apply priorities and raise alerts faster.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Classification helps prioritise traffic, while anomaly detection helps spot unusual activity.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Use Case 2: Prediction and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2349361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AI models can forecast future link load.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Traffic can be moved before congestion becomes severe.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Routing methods can choose paths with lower delay and packet loss.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Load balancing spreads traffic across links or servers.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>
                <a:solidFill>
                  <a:srgbClr val="2A343E"/>
                </a:solidFill>
                <a:latin typeface="Aptos"/>
              </a:defRPr>
            </a:pPr>
            <a:r>
              <a:rPr dirty="0"/>
              <a:t>Reinforcement learning is usually tested in simulation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Prediction and routing work together to reduce congestion.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325880"/>
            <a:ext cx="6537960" cy="749808"/>
          </a:xfrm>
          <a:prstGeom prst="roundRect">
            <a:avLst/>
          </a:prstGeom>
          <a:solidFill>
            <a:srgbClr val="30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21488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APPLICATION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435607"/>
            <a:ext cx="38404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Traffic engineering • QoS •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50008"/>
            <a:ext cx="6537960" cy="749808"/>
          </a:xfrm>
          <a:prstGeom prst="round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441448"/>
            <a:ext cx="21488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CONTROL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459736"/>
            <a:ext cx="38404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SDN controller + AI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374136"/>
            <a:ext cx="6537960" cy="749808"/>
          </a:xfrm>
          <a:prstGeom prst="round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465576"/>
            <a:ext cx="214884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DATA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483864"/>
            <a:ext cx="38404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Switches and routers forward packets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874519"/>
            <a:ext cx="3291840" cy="2194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A343E"/>
                </a:solidFill>
                <a:latin typeface="Aptos"/>
              </a:defRPr>
            </a:pPr>
            <a:r>
              <a:t>Telemetry flows up to the AI engine.</a:t>
            </a:r>
          </a:p>
          <a:p>
            <a:pPr>
              <a:spcAft>
                <a:spcPts val="1800"/>
              </a:spcAft>
              <a:defRPr sz="1800">
                <a:solidFill>
                  <a:srgbClr val="2A343E"/>
                </a:solidFill>
                <a:latin typeface="Aptos"/>
              </a:defRPr>
            </a:pPr>
            <a:r>
              <a:t>Routes and QoS rules flow back 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The AI engine can work beside a software-defined networking controller.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Challenges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265200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q"/>
              <a:defRPr sz="1800">
                <a:solidFill>
                  <a:srgbClr val="2A343E"/>
                </a:solidFill>
                <a:latin typeface="Aptos"/>
              </a:defRPr>
            </a:pPr>
            <a:r>
              <a:rPr dirty="0"/>
              <a:t>Data may be incomplete, limited or out of date.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q"/>
              <a:defRPr sz="1800">
                <a:solidFill>
                  <a:srgbClr val="2A343E"/>
                </a:solidFill>
                <a:latin typeface="Aptos"/>
              </a:defRPr>
            </a:pPr>
            <a:r>
              <a:rPr dirty="0"/>
              <a:t>AI decisions must be made quickly enough for network traffic.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q"/>
              <a:defRPr sz="1800">
                <a:solidFill>
                  <a:srgbClr val="2A343E"/>
                </a:solidFill>
                <a:latin typeface="Aptos"/>
              </a:defRPr>
            </a:pPr>
            <a:r>
              <a:rPr dirty="0"/>
              <a:t>Operators need to understand why a route was changed.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q"/>
              <a:defRPr sz="1800">
                <a:solidFill>
                  <a:srgbClr val="2A343E"/>
                </a:solidFill>
                <a:latin typeface="Aptos"/>
              </a:defRPr>
            </a:pPr>
            <a:r>
              <a:rPr dirty="0"/>
              <a:t>Attackers may try to fool AI models.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q"/>
              <a:defRPr sz="1800">
                <a:solidFill>
                  <a:srgbClr val="2A343E"/>
                </a:solidFill>
                <a:latin typeface="Aptos"/>
              </a:defRPr>
            </a:pPr>
            <a:r>
              <a:rPr dirty="0"/>
              <a:t>Traffic patterns change, so models may need retraining.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q"/>
              <a:defRPr sz="1800">
                <a:solidFill>
                  <a:srgbClr val="2A343E"/>
                </a:solidFill>
                <a:latin typeface="Aptos"/>
              </a:defRPr>
            </a:pPr>
            <a:r>
              <a:rPr dirty="0"/>
              <a:t>Incorrect automated actions can interrupt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AI needs monitoring and safe fallback rules before wide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40233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Intent-based networking: users state goals and AI helps configure the network.</a:t>
            </a:r>
          </a:p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Federated learning: models learn across networks without sharing raw traffic.</a:t>
            </a:r>
          </a:p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AI-based management can support 5G and future 6G networks.</a:t>
            </a:r>
          </a:p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Explainable AI can help operators understand decisions.</a:t>
            </a:r>
          </a:p>
          <a:p>
            <a:pPr>
              <a:spcAft>
                <a:spcPts val="14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Safer testing and retraining can improve reliability.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Future systems aim to be more adaptable, explainable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2700" b="1">
                <a:solidFill>
                  <a:srgbClr val="19304E"/>
                </a:solidFill>
                <a:latin typeface="Aptos"/>
              </a:rPr>
              <a:t>Conclusion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051560" cy="50292"/>
          </a:xfrm>
          <a:prstGeom prst="rect">
            <a:avLst/>
          </a:prstGeom>
          <a:solidFill>
            <a:srgbClr val="368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/>
            <a:r>
              <a:rPr sz="1000" b="0">
                <a:solidFill>
                  <a:srgbClr val="64707C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40233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A343E"/>
                </a:solidFill>
                <a:latin typeface="Aptos"/>
              </a:defRPr>
            </a:pPr>
            <a:r>
              <a:t>AI can make network management predictive and adaptive.</a:t>
            </a:r>
          </a:p>
          <a:p>
            <a:pPr>
              <a:spcAft>
                <a:spcPts val="1400"/>
              </a:spcAft>
              <a:defRPr sz="1800">
                <a:solidFill>
                  <a:srgbClr val="2A343E"/>
                </a:solidFill>
                <a:latin typeface="Aptos"/>
              </a:defRPr>
            </a:pPr>
            <a:r>
              <a:t>It can classify traffic, detect anomalies, forecast load and improve routing.</a:t>
            </a:r>
          </a:p>
          <a:p>
            <a:pPr>
              <a:spcAft>
                <a:spcPts val="1400"/>
              </a:spcAft>
              <a:defRPr sz="1800">
                <a:solidFill>
                  <a:srgbClr val="2A343E"/>
                </a:solidFill>
                <a:latin typeface="Aptos"/>
              </a:defRPr>
            </a:pPr>
            <a:r>
              <a:t>Data quality, speed, explainability and safety remain important.</a:t>
            </a:r>
          </a:p>
          <a:p>
            <a:pPr>
              <a:spcAft>
                <a:spcPts val="1400"/>
              </a:spcAft>
              <a:defRPr sz="1800">
                <a:solidFill>
                  <a:srgbClr val="2A343E"/>
                </a:solidFill>
                <a:latin typeface="Aptos"/>
              </a:defRPr>
            </a:pPr>
            <a:r>
              <a:t>References: Boutaba et al., “A comprehensive survey on machine learning for networking” (2018).</a:t>
            </a:r>
          </a:p>
          <a:p>
            <a:pPr>
              <a:spcAft>
                <a:spcPts val="1400"/>
              </a:spcAft>
              <a:defRPr sz="1800">
                <a:solidFill>
                  <a:srgbClr val="2A343E"/>
                </a:solidFill>
                <a:latin typeface="Aptos"/>
              </a:defRPr>
            </a:pPr>
            <a:r>
              <a:t>Mestres et al., “Knowledge-Defined Networking” (2017).</a:t>
            </a:r>
          </a:p>
          <a:p>
            <a:pPr>
              <a:spcAft>
                <a:spcPts val="1400"/>
              </a:spcAft>
              <a:defRPr sz="1800">
                <a:solidFill>
                  <a:srgbClr val="2A343E"/>
                </a:solidFill>
                <a:latin typeface="Aptos"/>
              </a:defRPr>
            </a:pPr>
            <a:r>
              <a:t>Thank you — any questions?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69880" cy="29260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/>
            <a:r>
              <a:rPr sz="1200" b="0">
                <a:solidFill>
                  <a:srgbClr val="64707C"/>
                </a:solidFill>
                <a:latin typeface="Aptos"/>
              </a:rPr>
              <a:t>SAY: The key message is that AI can improve traffic management when it is used carefully.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761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DELL</cp:lastModifiedBy>
  <cp:revision>5</cp:revision>
  <dcterms:created xsi:type="dcterms:W3CDTF">2013-01-27T09:14:16Z</dcterms:created>
  <dcterms:modified xsi:type="dcterms:W3CDTF">2026-10-24T03:03:20Z</dcterms:modified>
  <cp:category/>
</cp:coreProperties>
</file>